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FORENS-IA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 de Auditoría Forense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en Transacciones Empresariales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023360"/>
            <a:ext cx="274320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 López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Interno | Auditor Forense | Gestor de Riesgos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de Negocio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Nacional SAC — Empresa mediana peruana, 500+ empleados, 60 proveedores, 8,000+ transacciones anuales (S/. 67M)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3931920" cy="118872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3-4 semanas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8872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auditoría forense de transacciones con revisión manual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2103120"/>
            <a:ext cx="3931920" cy="118872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774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39496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duración de un fraude antes de ser detectado (ACFE 2024)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474720"/>
            <a:ext cx="3931920" cy="118872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490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de ingresos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18872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anualmente por fraude según la ACFE (~S/. 3.3M)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663440" y="3474720"/>
            <a:ext cx="3931920" cy="118872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490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auditores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539496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revisar manualmente miles de transacciones con Excel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IA Generativa?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semanas a minutos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3444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tiempo de análisis de 3-4 semanas a minutos de interacción.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ocultos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34440" y="2441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fraccionamiento, proveedores fantasma y anomalías estadísticas invisibles al ojo humano.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7296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Lenguaje natural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234440" y="3401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auditor conversa con el agente sin necesidad de SQL ni fórmulas complejas.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3308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contextual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234440" y="4361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hallazgos previos en la sesión para análisis progresivo y cruzado.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Previo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Objetivo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interno / forense que necesita analizar alto volumen de transacciones para identificar fraudes e irregularidades.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Entradas del Sistema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de transacciones (fecha, monto, proveedor, autorizador)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en lenguaje natural del auditor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opcionales (umbrales, nombres específicos)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Predecible vs. Dinámico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Predecible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Dinámico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Carga del CSV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Qué herramienta usar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Cálculos estadísticos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Orden de ejecución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Formato del reporte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Interpretación de resultados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Límites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54880" y="3246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en esta versión demo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el juicio profesional del auditor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pueden requerir calibración por empresa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Este análisis justifica la arquitectura basada en agente: consultas dinámicas e impredecibles requieren decisión inteligente, no un workflow fijo.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Solución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Tipo: Arquitectura basada en Agente ReAct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1645920"/>
            <a:ext cx="146304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03120" y="1645920"/>
            <a:ext cx="16459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103120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(interfaz)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0" y="1645920"/>
            <a:ext cx="1828800" cy="82296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0" y="1664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(create_agent)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09360" y="1645920"/>
            <a:ext cx="1645920" cy="8229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tools)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321040" y="1645920"/>
            <a:ext cx="548640" cy="82296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21040" y="1664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73736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490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436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95528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0" y="2651760"/>
            <a:ext cx="182880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11480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Conversacional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0916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↕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Principio de Mínima Complejidad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Dispatcher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60320" y="37490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ReAct ya decide internamente qué herramienta usar.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Workflow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560320" y="400507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 no siguen un orden fijo ni predecible.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RAG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560320" y="42611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tabulares (CSV), no documentos de texto.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40080" y="4517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DB vectorial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560320" y="451713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requiere búsqueda semántica sobre las transacciones.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008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en sesión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560320" y="477316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auditoría es independiente, no necesita persistencia.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del Agente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herramientas especializadas — El agente decide cuál usar según la consulta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resumen_general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581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ejecutiva del dataset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detectar_duplicados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313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duplicadas y pagos dobles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012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detectar_fuera_de_horario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en horarios inusuales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analizar_proveedores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3776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fantasma y scoring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detectar_fraccionamiento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0120" y="4507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divididas (structuring)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128016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463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578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detectar_montos_atipicos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57800" y="1581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y sobrefacturación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201168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463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5780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analizar_autorizadores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57800" y="2313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de interés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0" y="274320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84632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2578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analisis_benford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25780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Benford (manipulación)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0" y="347472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84632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25780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analizar_notas_credito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257800" y="3776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 sin soporte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4206240"/>
            <a:ext cx="4023360" cy="59436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8463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25780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generar_reporte_ejecutivo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257800" y="4507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consolidado final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y Tipos de Fraude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1920240" cy="91440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8,991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960120"/>
            <a:ext cx="1920240" cy="91440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060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S/. 67.2M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0604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1920240" cy="91440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5488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960120"/>
            <a:ext cx="1920240" cy="914400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0372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Fraude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194560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duplicadas (80)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706624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2706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horario (80)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218688"/>
            <a:ext cx="73152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fantasma (60)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730752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bajo umbral (50)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242816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Sobrefacturación (50)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2194560"/>
            <a:ext cx="73152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493776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ficticios (45)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2706624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4937760" y="2706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interés (35)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3218688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493776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Fraccionamiento (31)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54880" y="3730752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4937760" y="3730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 (30)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54880" y="4242816"/>
            <a:ext cx="73152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3"/>
          <p:cNvSpPr/>
          <p:nvPr/>
        </p:nvSpPr>
        <p:spPr>
          <a:xfrm>
            <a:off x="4937760" y="4242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de activos (30)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Controles Implementados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33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entrada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051560" y="1280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la consulta no esté vacía antes de procesar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664208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datos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51560" y="1938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dataset cargado, informa al usuario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322576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9572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051560" y="2596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herramienta tiene try/catch con mensajes claros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2980944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54096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dominio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051560" y="32552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temas fuera de auditoría amablemente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12464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66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por falta de info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1051560" y="3913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cuando no encuentra resultados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4297680"/>
            <a:ext cx="8229600" cy="530352"/>
          </a:xfrm>
          <a:prstGeom prst="rect">
            <a:avLst/>
          </a:prstGeom>
          <a:solidFill>
            <a:srgbClr val="0F1A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370832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51560" y="4325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de fallback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105156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alternativas si no puede resolver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del Proyecto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0F1A2E"/>
          </a:solidFill>
          <a:ln w="12700">
            <a:solidFill>
              <a:srgbClr val="1E293B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5720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del Chat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FORENS-IA 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0F1A2E"/>
          </a:solidFill>
          <a:ln w="12700">
            <a:solidFill>
              <a:srgbClr val="1E293B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75488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del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Visualizaciones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estos placeholders con capturas reales de tu aplicación funcionando.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sintético (no empresa real)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reemplaza al juicio del auditor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Memoria solo por sesión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 integración a ERPs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Umbrales estáticos predefinidos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Requiere conexión a internet + API Key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320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Mejoras Futuras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4754880" y="96012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0" name="Text 16"/>
          <p:cNvSpPr/>
          <p:nvPr/>
        </p:nvSpPr>
        <p:spPr>
          <a:xfrm>
            <a:off x="493776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Integración con ERPs (SAP, Oracle)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2" name="Text 18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con normativa (NIA, SOX, COSO)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214884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4" name="Text 20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Alertas automáticas por correo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6" name="Text 22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Comando de voz (Whisper)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54880" y="333756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28" name="Text 24"/>
          <p:cNvSpPr/>
          <p:nvPr/>
        </p:nvSpPr>
        <p:spPr>
          <a:xfrm>
            <a:off x="49377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en Cloud Run + PostgreSQL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30" name="Text 26"/>
          <p:cNvSpPr/>
          <p:nvPr/>
        </p:nvSpPr>
        <p:spPr>
          <a:xfrm>
            <a:off x="493776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Trazabilidad con LangSmith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Reflexión Técnica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FORENS-IA demuestra que la IA Generativa puede transformar la auditoría forense: no eliminando al auditor, sino potenciando su capacidad analítica. La arquitectura basada en agente fue la elección correcta porque refleja cómo trabaja un auditor en la práctica: navegando entre análisis según lo que va encontrando, no siguiendo un flujo predefinido.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FORENS-IA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 López — Auditor Interno | Auditor Forense | Gestor de Riesgos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FORENS-IA - Agente de Auditoría Forense</dc:title>
  <dc:subject>PptxGenJS Presentation</dc:subject>
  <dc:creator>Jans López</dc:creator>
  <cp:lastModifiedBy>Jans López</cp:lastModifiedBy>
  <cp:revision>1</cp:revision>
  <dcterms:created xsi:type="dcterms:W3CDTF">2026-05-01T22:27:22Z</dcterms:created>
  <dcterms:modified xsi:type="dcterms:W3CDTF">2026-05-01T22:27:22Z</dcterms:modified>
</cp:coreProperties>
</file>